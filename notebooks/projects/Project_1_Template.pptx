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Nunito ExtraBold"/>
      <p:bold r:id="rId28"/>
      <p:boldItalic r:id="rId29"/>
    </p:embeddedFont>
    <p:embeddedFont>
      <p:font typeface="Century Gothic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7DCRtA+3XBOZ/DcPnBL/B3P/5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C6BC8D-7C2E-4A13-96DD-67DD606C238F}">
  <a:tblStyle styleId="{AAC6BC8D-7C2E-4A13-96DD-67DD606C238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NunitoExtraBold-bold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ExtraBold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enturyGothic-bold.fntdata"/><Relationship Id="rId30" Type="http://schemas.openxmlformats.org/officeDocument/2006/relationships/font" Target="fonts/CenturyGothic-regular.fntdata"/><Relationship Id="rId11" Type="http://schemas.openxmlformats.org/officeDocument/2006/relationships/slide" Target="slides/slide4.xml"/><Relationship Id="rId33" Type="http://schemas.openxmlformats.org/officeDocument/2006/relationships/font" Target="fonts/CenturyGothic-boldItalic.fntdata"/><Relationship Id="rId10" Type="http://schemas.openxmlformats.org/officeDocument/2006/relationships/slide" Target="slides/slide3.xml"/><Relationship Id="rId32" Type="http://schemas.openxmlformats.org/officeDocument/2006/relationships/font" Target="fonts/CenturyGothic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6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28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{AAC6BC8D-7C2E-4A13-96DD-67DD606C238F}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34"/>
          <p:cNvPicPr preferRelativeResize="0"/>
          <p:nvPr/>
        </p:nvPicPr>
        <p:blipFill rotWithShape="1">
          <a:blip r:embed="rId2">
            <a:alphaModFix/>
          </a:blip>
          <a:srcRect b="19150" l="42816" r="37295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4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34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35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35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35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6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36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36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7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3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3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8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3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39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0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1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41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4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41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2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4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4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42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4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43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4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44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44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4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4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44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5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45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45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45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5"/>
          <p:cNvPicPr preferRelativeResize="0"/>
          <p:nvPr/>
        </p:nvPicPr>
        <p:blipFill rotWithShape="1">
          <a:blip r:embed="rId2">
            <a:alphaModFix/>
          </a:blip>
          <a:srcRect b="19150" l="42816" r="37295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5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8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48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4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5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5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51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{AAC6BC8D-7C2E-4A13-96DD-67DD606C238F}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5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5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5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5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5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2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2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1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325250" y="808475"/>
            <a:ext cx="8397900" cy="24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Executive Summary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Business Problem Overview and Solution Approach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EDA Results 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Preprocessing 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 Performance Summary 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/>
          <p:cNvSpPr txBox="1"/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325250" y="808475"/>
            <a:ext cx="8397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Please mention actionable insights &amp; recommendations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325250" y="808475"/>
            <a:ext cx="83979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Please define the problem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Please mention the solution approach / methodology 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EDA Results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325250" y="808475"/>
            <a:ext cx="8397900" cy="5960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Please mention the key results from EDA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325250" y="2103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 txBox="1"/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Preprocessing	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325250" y="808475"/>
            <a:ext cx="8397900" cy="100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Duplicate value check 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preprocessing for modeling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249050" y="3246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Sentiment Analysis - Model Evaluation Criterion</a:t>
            </a:r>
            <a:endParaRPr sz="2350">
              <a:solidFill>
                <a:srgbClr val="0E39A9"/>
              </a:solidFill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325250" y="808475"/>
            <a:ext cx="8397900" cy="100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mention the model evaluation criterion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Comment on the same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325250" y="2865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 txBox="1"/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Sentiment Analysis - Model Building &amp; Evaluation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325250" y="808475"/>
            <a:ext cx="8397900" cy="19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Overview of the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Summary of key performance metrics for training and test data of all the models in a tabular format for comparison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Comments or Observations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Choose the best model with proper reasoning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325250" y="2828897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1" i="0" sz="28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Background and Contents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325250" y="808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Please mention the data background and contents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>
            <p:ph type="title"/>
          </p:nvPr>
        </p:nvSpPr>
        <p:spPr>
          <a:xfrm>
            <a:off x="202550" y="1368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350">
                <a:solidFill>
                  <a:srgbClr val="0E39A9"/>
                </a:solidFill>
              </a:rPr>
              <a:t>Slide Header</a:t>
            </a:r>
            <a:endParaRPr sz="2350">
              <a:solidFill>
                <a:srgbClr val="0E39A9"/>
              </a:solidFill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325250" y="808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Please add any other pointers (if needed)</a:t>
            </a:r>
            <a:endParaRPr b="0" i="0" sz="16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Harish R</dc:creator>
</cp:coreProperties>
</file>